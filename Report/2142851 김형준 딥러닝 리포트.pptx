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4" autoAdjust="0"/>
    <p:restoredTop sz="94660"/>
  </p:normalViewPr>
  <p:slideViewPr>
    <p:cSldViewPr snapToGrid="0">
      <p:cViewPr>
        <p:scale>
          <a:sx n="66" d="100"/>
          <a:sy n="66" d="100"/>
        </p:scale>
        <p:origin x="126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652C5-B1BB-8073-B8A4-9B1250711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0FAAEE-6440-094D-32B9-873CC3D91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CE92-F6C0-7051-B401-3A315DEF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9B8E4-B79A-A9B9-2142-A69CD1B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C6509F-A627-519F-3F57-FAD52CF9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33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894F-D3CC-01A2-A550-90739F4B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49D6B-AB67-A0AE-61E2-124726A1D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C7BB3D-991B-2028-D81E-DB7D2C6A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04EDE-4B04-77EC-0045-C1D06532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03BC4-A696-2A7F-2ABE-05F3FEFE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46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4B313-3CD3-5CD7-B496-79CEF25B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DAD3C-5D80-E388-D746-73741A44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F3D713-769F-B86B-A853-4BDA9045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C5F906-D92A-6BE4-D802-70A001BD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EFB34-D0F3-9EDA-6EC5-0ADB4807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83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FE994-9F54-7339-23E9-90487DEE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E2DAE-1DC2-29B2-F718-EAD2EF0C4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4812EC-B09F-EA6A-526D-AE12C3BCF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73A38C-DA9B-0396-FC87-017BA192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408CB-34E0-37F4-834C-A2921B77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D3F6B-27D2-2B1C-5CD8-AAEDAC55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00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03D8E-F838-D6CA-6031-E4080335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E999C-1070-E27E-3B7E-030F17282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A851FF-3BD7-316E-4397-CDD2ACC0F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4F2598-F819-9E00-2329-D5650432C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4858B2-3791-A583-624D-1A0B8BE6D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A28B5C-2F6F-7C4F-CC67-0F989002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7C9664-1B35-D15D-2A35-9EEB6823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A325F0-7D89-0D01-57AF-88275E99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4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77FA7-FA46-18E2-46CF-5C975FAA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8014C0-9A5D-105B-B485-86B86AE8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09FDF9-E2C9-CAF0-4C96-C1DD7EB1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2846A-F125-2C8D-79A1-9897187B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3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0344CF-6FCF-C71F-1E48-24F2468C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33C848-53F4-936E-965C-400D9FD1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78C207-9737-F546-1E74-32094A14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30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B7E82-C69E-F6D5-7542-24A8B8CB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32861-1261-41CD-D931-A3F855AE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7D8DE0-E405-1202-5D77-C170D3973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90B7FE-B96A-CECA-05AC-76876447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B86B08-D863-CA1D-562A-75A499B0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CE3A4A-8968-5C71-DF8A-C2B4FB88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2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07168-39A4-2688-BAB0-12EB6EA9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45578B-47CF-B7D8-3A82-4F71C0D04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8DDBB8-EDA4-75AC-A5D7-DFAF7CBA5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0CE70-03E9-5BCF-532A-5B4870A5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F9B63-AAE6-B39B-26F4-84DE01FB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BB52FE-238C-B7BD-39AE-31200C7F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94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B7203-0A7A-72F3-AE19-4CBF8EC0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1CFAA5-C1DD-1242-FEE4-CA9FE2911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79098-ADEC-3EA0-EBE4-381950CC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3159B-E458-77E8-100C-FFA1BCEC9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E7E5B7-7EFF-423B-341A-E616C010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72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C60408-0265-59A8-5ABC-2D9A68F7E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AEDB62-7540-F94A-8EC2-481BDC390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C9118D-65EB-557E-25A4-344F961B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117B9-7F3B-750F-C6FF-A27C0964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9C289-6E4E-BB5B-E595-CD6A446A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21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A703DE-D326-FA2B-DE44-2710BF9E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F419DB-022E-64C6-FAE7-0BB1EF4D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E299A-7135-E031-E459-18D6A5EEF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2236E-6170-4CA5-ABE1-29BC916FD34F}" type="datetimeFigureOut">
              <a:rPr lang="ko-KR" altLang="en-US" smtClean="0"/>
              <a:t>2025-05-29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0A4113-0BFB-A448-0222-D463EB4F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582D7-A286-C252-D34C-E763F1DFE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F4CB4-DC00-4772-8583-3CD5866C22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04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464369A7-EEDC-0C2C-BA56-62EECA854515}"/>
              </a:ext>
            </a:extLst>
          </p:cNvPr>
          <p:cNvGrpSpPr/>
          <p:nvPr/>
        </p:nvGrpSpPr>
        <p:grpSpPr>
          <a:xfrm>
            <a:off x="3681413" y="1574800"/>
            <a:ext cx="2867025" cy="2128839"/>
            <a:chOff x="3681413" y="1574800"/>
            <a:chExt cx="2867025" cy="212883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53D6498-4D65-181C-EA96-3AEAA8A8E53F}"/>
                </a:ext>
              </a:extLst>
            </p:cNvPr>
            <p:cNvGrpSpPr/>
            <p:nvPr/>
          </p:nvGrpSpPr>
          <p:grpSpPr>
            <a:xfrm>
              <a:off x="3681413" y="1852019"/>
              <a:ext cx="2867025" cy="1851620"/>
              <a:chOff x="7272337" y="2219325"/>
              <a:chExt cx="685801" cy="442913"/>
            </a:xfrm>
          </p:grpSpPr>
          <p:pic>
            <p:nvPicPr>
              <p:cNvPr id="5" name="그림 4" descr="텍스트, 폰트, 스크린샷, 흑백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7CC755FE-29BF-21B7-DD15-626710883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044" t="34277" r="78057" b="54400"/>
              <a:stretch/>
            </p:blipFill>
            <p:spPr>
              <a:xfrm>
                <a:off x="7272337" y="2219325"/>
                <a:ext cx="323850" cy="442913"/>
              </a:xfrm>
              <a:prstGeom prst="rect">
                <a:avLst/>
              </a:prstGeom>
            </p:spPr>
          </p:pic>
          <p:pic>
            <p:nvPicPr>
              <p:cNvPr id="7" name="그림 6" descr="텍스트, 폰트, 스크린샷, 흑백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7B8446F7-69C9-4B70-0A31-112582E65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751" t="34281" r="77775" b="54396"/>
              <a:stretch/>
            </p:blipFill>
            <p:spPr>
              <a:xfrm>
                <a:off x="7596187" y="2219325"/>
                <a:ext cx="361951" cy="442913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5BF32A-EF43-F922-7BEA-7D797DFE5387}"/>
                </a:ext>
              </a:extLst>
            </p:cNvPr>
            <p:cNvSpPr txBox="1"/>
            <p:nvPr/>
          </p:nvSpPr>
          <p:spPr>
            <a:xfrm>
              <a:off x="4986792" y="1574800"/>
              <a:ext cx="15616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Noise</a:t>
              </a:r>
              <a:r>
                <a:rPr lang="ko-KR" altLang="en-US" dirty="0"/>
                <a:t> </a:t>
              </a:r>
              <a:r>
                <a:rPr lang="en-US" altLang="ko-KR" dirty="0"/>
                <a:t>output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CB2FC-5FDC-A28F-9E9D-78E07A1F102C}"/>
                </a:ext>
              </a:extLst>
            </p:cNvPr>
            <p:cNvSpPr txBox="1"/>
            <p:nvPr/>
          </p:nvSpPr>
          <p:spPr>
            <a:xfrm>
              <a:off x="3914957" y="1574800"/>
              <a:ext cx="8867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output</a:t>
              </a:r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97541C4-1D48-53C6-D6B1-4D8C2FAEBAF2}"/>
                </a:ext>
              </a:extLst>
            </p:cNvPr>
            <p:cNvSpPr/>
            <p:nvPr/>
          </p:nvSpPr>
          <p:spPr>
            <a:xfrm>
              <a:off x="5498534" y="2324100"/>
              <a:ext cx="538162" cy="5381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5D2CA7C-BD1A-CD92-62B2-4F2FBD482E7D}"/>
                </a:ext>
              </a:extLst>
            </p:cNvPr>
            <p:cNvSpPr/>
            <p:nvPr/>
          </p:nvSpPr>
          <p:spPr>
            <a:xfrm>
              <a:off x="4041209" y="2324100"/>
              <a:ext cx="538162" cy="53816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937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김형준</dc:creator>
  <cp:lastModifiedBy>김형준</cp:lastModifiedBy>
  <cp:revision>3</cp:revision>
  <dcterms:created xsi:type="dcterms:W3CDTF">2025-05-29T08:49:23Z</dcterms:created>
  <dcterms:modified xsi:type="dcterms:W3CDTF">2025-05-29T08:54:36Z</dcterms:modified>
</cp:coreProperties>
</file>